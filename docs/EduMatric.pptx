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8288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8288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8288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18288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8288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8288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82296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82296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82296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82296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82296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82296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14300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14300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14300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114300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114300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14300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EduMatric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640080" y="1874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Gestão de Matrículas Escolares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MVC  ·  PostgreSQL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Afonso Ricardo A. Nzango   |   Álvaro Olden Rogério   |   Dario De Amorim V. Santana   |   Elias Bernardo Manatino   |   Clovia Matadi A. Bengui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EduMatric?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C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Submetem candidaturas de matrícula com documentos e acompanham o estado em tempo real.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C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63040"/>
            <a:ext cx="26517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ou recusa matrículas, gere reconfirmações e gera IDs oficiais automaticamente.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C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6517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estatísticas, gráficos de distribuição e controla abertura das inscrições.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&amp; Runtime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0048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4.19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70048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HTTP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3.1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Templates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118872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42048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42048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Relacional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Senhas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283464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70048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7004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Sessões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Ficheiros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0" y="283464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42048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4204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nos Painéis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dados via PostgreSQL. Modelos: AlunoModel, SecretariaModel, DiretorModel.
</a:t>
            </a:r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EJS renderizados com dados do Controller. 9 vistas distintas.
</a:t>
            </a:r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negócio: recebe pedidos, chama o Model e passa dados à View.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94960" y="1051560"/>
            <a:ext cx="3200400" cy="50292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HTTP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67728" y="1554480"/>
            <a:ext cx="54864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1691640"/>
            <a:ext cx="320040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67728" y="2194560"/>
            <a:ext cx="54864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2331720"/>
            <a:ext cx="3200400" cy="502920"/>
          </a:xfrm>
          <a:prstGeom prst="rect">
            <a:avLst/>
          </a:prstGeom>
          <a:solidFill>
            <a:srgbClr val="9AC4D4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(auth)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67728" y="2834640"/>
            <a:ext cx="54864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2971800"/>
            <a:ext cx="320040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67728" y="3474720"/>
            <a:ext cx="54864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3611880"/>
            <a:ext cx="3200400" cy="50292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↔  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  ·  4 tabelas principais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38328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Colunas Principais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nome, email, nif, curso, classe, periodo, estado, id_oficial, foto, certificado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Estado: Pendente / Aprovado / Recusado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usuario, senha (bcrypt), nome_completo, 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ao painel de gestão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usuario, senha (bcrypt), nome_completo, 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ao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chave, 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Ex: matrículas abertas/fechadas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Matrícula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9AC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508760" cy="256032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2487168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acede a /fazer-matricula → MatriculaController.form() renderiza o formulário EJS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83080" y="1874520"/>
            <a:ext cx="256032" cy="73152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97280"/>
            <a:ext cx="640080" cy="640080"/>
          </a:xfrm>
          <a:prstGeom prst="ellipse">
            <a:avLst/>
          </a:prstGeom>
          <a:solidFill>
            <a:srgbClr val="9AC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1508760" cy="256032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568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688" y="2487168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submete → MatriculaController.submit() → AlunoModel.criar() insere na BD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874520"/>
            <a:ext cx="256032" cy="73152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097280"/>
            <a:ext cx="640080" cy="640080"/>
          </a:xfrm>
          <a:prstGeom prst="ellipse">
            <a:avLst/>
          </a:prstGeom>
          <a:solidFill>
            <a:srgbClr val="9AC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9040" y="1920240"/>
            <a:ext cx="1508760" cy="256032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Sec.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3048" y="2487168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acede ao painel → SecretariaController.painel() lista todos os alunos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7800" y="1874520"/>
            <a:ext cx="256032" cy="73152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097280"/>
            <a:ext cx="640080" cy="640080"/>
          </a:xfrm>
          <a:prstGeom prst="ellipse">
            <a:avLst/>
          </a:prstGeom>
          <a:solidFill>
            <a:srgbClr val="9AC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0" y="1920240"/>
            <a:ext cx="1508760" cy="256032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0408" y="2487168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aprova → AlunoModel.aprovar() gera ID oficial (ex: JOAB1234) e actualiza estado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95160" y="1874520"/>
            <a:ext cx="256032" cy="73152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1097280"/>
            <a:ext cx="640080" cy="640080"/>
          </a:xfrm>
          <a:prstGeom prst="ellipse">
            <a:avLst/>
          </a:prstGeom>
          <a:solidFill>
            <a:srgbClr val="9AC4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1920240"/>
            <a:ext cx="1508760" cy="256032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87768" y="2487168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consulta via /status-matricula inserindo nome + email → resultado mostrado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27048"/>
            <a:ext cx="2743200" cy="3291840"/>
          </a:xfrm>
          <a:prstGeom prst="rect">
            <a:avLst/>
          </a:prstGeom>
          <a:solidFill>
            <a:srgbClr val="D6EAF8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 candidatura com foto e certificado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estado da matrícula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ID oficial após aprovação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dados pessoais no painel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74320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527048"/>
            <a:ext cx="2743200" cy="3291840"/>
          </a:xfrm>
          <a:prstGeom prst="rect">
            <a:avLst/>
          </a:prstGeom>
          <a:solidFill>
            <a:srgbClr val="D6EAF8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6002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estatísticas em tempo real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/ Recusar matrículas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de ID oficial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reconfirmações de matrícula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senha de acesso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475488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1527048"/>
            <a:ext cx="2743200" cy="3291840"/>
          </a:xfrm>
          <a:prstGeom prst="rect">
            <a:avLst/>
          </a:prstGeom>
          <a:solidFill>
            <a:srgbClr val="D6EAF8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002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gráficos Chart.js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aprovação e recusa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 fechar inscrições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distribuição por curso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Rotas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  →   Página inicial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83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GET|POST /fazer-matricula   →   Formulário e submissão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GET|POST /status-matricula   →   Consultar estado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18688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GET|POST /login/aluno   →   Autenticar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124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/aluno/painel   →   Área pessoal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/logout/aluno   →   Terminar sessão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84048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389888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/secretaria/painel   →   Painel de gestão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883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/secretaria/aprovar/:id   →   Aprovar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/secretaria/recusar/:id   →   Recusar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218688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/diretor/painel   →   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7124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/diretor/toggle-matriculas   →   Abrir/fechar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/logout/diretor   →   Terminar sessão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Executar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03520" cy="3566160"/>
          </a:xfrm>
          <a:prstGeom prst="rect">
            <a:avLst/>
          </a:prstGeom>
          <a:solidFill>
            <a:srgbClr val="02102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Instalar dependências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Criar a base de dados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-U postgres -c "CREATE DATABASE edumatric;"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Criar tabelas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-U postgres -d edumatric -f schema.sql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Dados de teste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-U postgres -d edumatric -f seed.sql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Iniciar servidor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   # http://localhost:3000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035040" y="1051560"/>
            <a:ext cx="2834640" cy="1508760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1536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
</a:t>
            </a:r>
            <a:pPr indent="0" marL="0">
              <a:buNone/>
            </a:pPr>
            <a:r>
              <a:rPr lang="en-US" sz="1000" b="1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
</a:t>
            </a:r>
            <a:pPr indent="0" marL="0">
              <a:buNone/>
            </a:pPr>
            <a:r>
              <a:rPr lang="en-US" sz="1000" b="1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edumatric
</a:t>
            </a:r>
            <a:pPr indent="0" marL="0">
              <a:buNone/>
            </a:pPr>
            <a:r>
              <a:rPr lang="en-US" sz="1000" b="1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
</a:t>
            </a:r>
            <a:pPr indent="0" marL="0">
              <a:buNone/>
            </a:pPr>
            <a:r>
              <a:rPr lang="en-US" sz="1000" b="1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2743200"/>
            <a:ext cx="2834640" cy="2011680"/>
          </a:xfrm>
          <a:prstGeom prst="rect">
            <a:avLst/>
          </a:prstGeom>
          <a:solidFill>
            <a:srgbClr val="1C7293"/>
          </a:solidFill>
          <a:ln w="6350">
            <a:solidFill>
              <a:srgbClr val="9AC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de Teste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3246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Secretaria
</a:t>
            </a:r>
            <a:pPr indent="0" marL="0">
              <a:buNone/>
            </a:pPr>
            <a:r>
              <a:rPr lang="en-US" sz="950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secretaria  /  senha123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72200" y="38130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
</a:t>
            </a:r>
            <a:pPr indent="0" marL="0">
              <a:buNone/>
            </a:pPr>
            <a:r>
              <a:rPr lang="en-US" sz="950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diretor  /  senha123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72200" y="43799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(ex)
</a:t>
            </a:r>
            <a:pPr indent="0" marL="0">
              <a:buNone/>
            </a:pPr>
            <a:r>
              <a:rPr lang="en-US" sz="950" dirty="0">
                <a:solidFill>
                  <a:srgbClr val="9A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JOAB1001  /  joao.baptista@gmail.com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9AC4D4"/>
          </a:solidFill>
          <a:ln w="12700">
            <a:solidFill>
              <a:srgbClr val="9AC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EduMatric — Sistema de Gestão de Matrículas Escolares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EJS  ·  PostgreSQL  ·  MVC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Afonso Ricardo A. Nzango   ·   Álvaro Olden Rogério   ·   Dario De Amorim V. Santana   ·   Elias Bernardo Manatino   ·   Clovia Matadi A. Bengui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EduMatric</dc:title>
  <dc:subject>PptxGenJS Presentation</dc:subject>
  <dc:creator>PptxGenJS</dc:creator>
  <cp:lastModifiedBy>PptxGenJS</cp:lastModifiedBy>
  <cp:revision>1</cp:revision>
  <dcterms:created xsi:type="dcterms:W3CDTF">2026-06-05T01:04:39Z</dcterms:created>
  <dcterms:modified xsi:type="dcterms:W3CDTF">2026-06-05T01:04:39Z</dcterms:modified>
</cp:coreProperties>
</file>